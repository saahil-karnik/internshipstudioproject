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sldIdLst>
    <p:sldId id="298" r:id="rId5"/>
    <p:sldId id="300" r:id="rId6"/>
    <p:sldId id="301" r:id="rId7"/>
    <p:sldId id="302" r:id="rId8"/>
    <p:sldId id="305" r:id="rId9"/>
    <p:sldId id="304" r:id="rId10"/>
    <p:sldId id="306" r:id="rId11"/>
    <p:sldId id="303" r:id="rId12"/>
    <p:sldId id="309" r:id="rId13"/>
    <p:sldId id="308" r:id="rId14"/>
    <p:sldId id="311" r:id="rId15"/>
    <p:sldId id="310" r:id="rId16"/>
    <p:sldId id="307" r:id="rId17"/>
    <p:sldId id="31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97D1E-BAE5-48E9-8F33-6C57D4FE1A8C}" v="6" dt="2026-01-17T20:15:03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hil Karnik" userId="919cb2765e81eb74" providerId="LiveId" clId="{1688A38B-4802-45AB-951B-FEB54EC1BD6B}"/>
    <pc:docChg chg="undo custSel modSld">
      <pc:chgData name="Saahil Karnik" userId="919cb2765e81eb74" providerId="LiveId" clId="{1688A38B-4802-45AB-951B-FEB54EC1BD6B}" dt="2026-01-17T20:15:14.210" v="53" actId="26606"/>
      <pc:docMkLst>
        <pc:docMk/>
      </pc:docMkLst>
      <pc:sldChg chg="addSp delSp modSp mod setBg addAnim delAnim delDesignElem">
        <pc:chgData name="Saahil Karnik" userId="919cb2765e81eb74" providerId="LiveId" clId="{1688A38B-4802-45AB-951B-FEB54EC1BD6B}" dt="2026-01-17T20:15:14.210" v="53" actId="26606"/>
        <pc:sldMkLst>
          <pc:docMk/>
          <pc:sldMk cId="193143965" sldId="298"/>
        </pc:sldMkLst>
        <pc:spChg chg="mod ord">
          <ac:chgData name="Saahil Karnik" userId="919cb2765e81eb74" providerId="LiveId" clId="{1688A38B-4802-45AB-951B-FEB54EC1BD6B}" dt="2026-01-17T20:15:14.210" v="53" actId="26606"/>
          <ac:spMkLst>
            <pc:docMk/>
            <pc:sldMk cId="193143965" sldId="298"/>
            <ac:spMk id="2" creationId="{9AB2EA78-AEB3-469B-9025-3B17201A457B}"/>
          </ac:spMkLst>
        </pc:spChg>
        <pc:spChg chg="mod">
          <ac:chgData name="Saahil Karnik" userId="919cb2765e81eb74" providerId="LiveId" clId="{1688A38B-4802-45AB-951B-FEB54EC1BD6B}" dt="2026-01-17T20:15:14.210" v="53" actId="26606"/>
          <ac:spMkLst>
            <pc:docMk/>
            <pc:sldMk cId="193143965" sldId="298"/>
            <ac:spMk id="3" creationId="{255E1F2F-E259-4EA8-9FFD-3A10AF541859}"/>
          </ac:spMkLst>
        </pc:spChg>
        <pc:spChg chg="add">
          <ac:chgData name="Saahil Karnik" userId="919cb2765e81eb74" providerId="LiveId" clId="{1688A38B-4802-45AB-951B-FEB54EC1BD6B}" dt="2026-01-17T20:15:14.210" v="53" actId="26606"/>
          <ac:spMkLst>
            <pc:docMk/>
            <pc:sldMk cId="193143965" sldId="298"/>
            <ac:spMk id="8" creationId="{87C031CB-DEB3-405F-9996-5322C24A6A93}"/>
          </ac:spMkLst>
        </pc:spChg>
        <pc:spChg chg="add del">
          <ac:chgData name="Saahil Karnik" userId="919cb2765e81eb74" providerId="LiveId" clId="{1688A38B-4802-45AB-951B-FEB54EC1BD6B}" dt="2026-01-17T20:15:14.195" v="52" actId="26606"/>
          <ac:spMkLst>
            <pc:docMk/>
            <pc:sldMk cId="193143965" sldId="298"/>
            <ac:spMk id="9" creationId="{41704883-D088-4683-A1FD-AEE53B336130}"/>
          </ac:spMkLst>
        </pc:spChg>
        <pc:spChg chg="add del">
          <ac:chgData name="Saahil Karnik" userId="919cb2765e81eb74" providerId="LiveId" clId="{1688A38B-4802-45AB-951B-FEB54EC1BD6B}" dt="2026-01-17T20:15:14.195" v="52" actId="26606"/>
          <ac:spMkLst>
            <pc:docMk/>
            <pc:sldMk cId="193143965" sldId="298"/>
            <ac:spMk id="11" creationId="{A9C04EC1-26B9-40BD-84A6-B2C0A913D0F9}"/>
          </ac:spMkLst>
        </pc:spChg>
        <pc:spChg chg="add del">
          <ac:chgData name="Saahil Karnik" userId="919cb2765e81eb74" providerId="LiveId" clId="{1688A38B-4802-45AB-951B-FEB54EC1BD6B}" dt="2026-01-17T20:15:14.195" v="52" actId="26606"/>
          <ac:spMkLst>
            <pc:docMk/>
            <pc:sldMk cId="193143965" sldId="298"/>
            <ac:spMk id="13" creationId="{9BAB74E2-5A82-47FD-BBB4-BFD47779FFB9}"/>
          </ac:spMkLst>
        </pc:spChg>
        <pc:spChg chg="add">
          <ac:chgData name="Saahil Karnik" userId="919cb2765e81eb74" providerId="LiveId" clId="{1688A38B-4802-45AB-951B-FEB54EC1BD6B}" dt="2026-01-17T20:15:14.210" v="53" actId="26606"/>
          <ac:spMkLst>
            <pc:docMk/>
            <pc:sldMk cId="193143965" sldId="298"/>
            <ac:spMk id="14" creationId="{273350E1-40B5-47D9-8DDD-3C2A17B4B6D9}"/>
          </ac:spMkLst>
        </pc:spChg>
        <pc:spChg chg="add del">
          <ac:chgData name="Saahil Karnik" userId="919cb2765e81eb74" providerId="LiveId" clId="{1688A38B-4802-45AB-951B-FEB54EC1BD6B}" dt="2026-01-17T20:15:14.195" v="52" actId="26606"/>
          <ac:spMkLst>
            <pc:docMk/>
            <pc:sldMk cId="193143965" sldId="298"/>
            <ac:spMk id="15" creationId="{9C4FFB60-A034-4994-8F55-E38D4F31C874}"/>
          </ac:spMkLst>
        </pc:spChg>
        <pc:spChg chg="add">
          <ac:chgData name="Saahil Karnik" userId="919cb2765e81eb74" providerId="LiveId" clId="{1688A38B-4802-45AB-951B-FEB54EC1BD6B}" dt="2026-01-17T20:15:14.210" v="53" actId="26606"/>
          <ac:spMkLst>
            <pc:docMk/>
            <pc:sldMk cId="193143965" sldId="298"/>
            <ac:spMk id="18" creationId="{108AC4DC-69B5-4DD1-84BC-850C5A286185}"/>
          </ac:spMkLst>
        </pc:spChg>
        <pc:spChg chg="add del">
          <ac:chgData name="Saahil Karnik" userId="919cb2765e81eb74" providerId="LiveId" clId="{1688A38B-4802-45AB-951B-FEB54EC1BD6B}" dt="2026-01-17T20:15:03.247" v="48"/>
          <ac:spMkLst>
            <pc:docMk/>
            <pc:sldMk cId="193143965" sldId="298"/>
            <ac:spMk id="33" creationId="{2FDF0794-1B86-42B2-B8C7-F60123E638ED}"/>
          </ac:spMkLst>
        </pc:spChg>
        <pc:spChg chg="add del">
          <ac:chgData name="Saahil Karnik" userId="919cb2765e81eb74" providerId="LiveId" clId="{1688A38B-4802-45AB-951B-FEB54EC1BD6B}" dt="2026-01-17T20:15:03.247" v="48"/>
          <ac:spMkLst>
            <pc:docMk/>
            <pc:sldMk cId="193143965" sldId="298"/>
            <ac:spMk id="35" creationId="{C5373426-E26E-431D-959C-5DB96C0B6208}"/>
          </ac:spMkLst>
        </pc:spChg>
        <pc:spChg chg="add del">
          <ac:chgData name="Saahil Karnik" userId="919cb2765e81eb74" providerId="LiveId" clId="{1688A38B-4802-45AB-951B-FEB54EC1BD6B}" dt="2026-01-17T20:15:03.247" v="48"/>
          <ac:spMkLst>
            <pc:docMk/>
            <pc:sldMk cId="193143965" sldId="298"/>
            <ac:spMk id="39" creationId="{EDC90921-9082-491B-940E-827D679F3478}"/>
          </ac:spMkLst>
        </pc:spChg>
        <pc:picChg chg="del mod">
          <ac:chgData name="Saahil Karnik" userId="919cb2765e81eb74" providerId="LiveId" clId="{1688A38B-4802-45AB-951B-FEB54EC1BD6B}" dt="2026-01-17T20:14:20.642" v="31" actId="478"/>
          <ac:picMkLst>
            <pc:docMk/>
            <pc:sldMk cId="193143965" sldId="298"/>
            <ac:picMk id="4" creationId="{65810330-F0B5-43C9-BC34-094FFB5C0529}"/>
          </ac:picMkLst>
        </pc:picChg>
        <pc:picChg chg="add del">
          <ac:chgData name="Saahil Karnik" userId="919cb2765e81eb74" providerId="LiveId" clId="{1688A38B-4802-45AB-951B-FEB54EC1BD6B}" dt="2026-01-17T20:15:14.195" v="52" actId="26606"/>
          <ac:picMkLst>
            <pc:docMk/>
            <pc:sldMk cId="193143965" sldId="298"/>
            <ac:picMk id="5" creationId="{30807E3E-F19E-8829-63A4-625D758B9CA3}"/>
          </ac:picMkLst>
        </pc:picChg>
        <pc:picChg chg="add">
          <ac:chgData name="Saahil Karnik" userId="919cb2765e81eb74" providerId="LiveId" clId="{1688A38B-4802-45AB-951B-FEB54EC1BD6B}" dt="2026-01-17T20:15:14.210" v="53" actId="26606"/>
          <ac:picMkLst>
            <pc:docMk/>
            <pc:sldMk cId="193143965" sldId="298"/>
            <ac:picMk id="10" creationId="{92031F0E-C3FA-4DAF-BD13-4AC665CFF0FC}"/>
          </ac:picMkLst>
        </pc:picChg>
        <pc:picChg chg="add">
          <ac:chgData name="Saahil Karnik" userId="919cb2765e81eb74" providerId="LiveId" clId="{1688A38B-4802-45AB-951B-FEB54EC1BD6B}" dt="2026-01-17T20:15:14.210" v="53" actId="26606"/>
          <ac:picMkLst>
            <pc:docMk/>
            <pc:sldMk cId="193143965" sldId="298"/>
            <ac:picMk id="12" creationId="{BE685C68-BF28-4330-A4FE-33ABD88511AA}"/>
          </ac:picMkLst>
        </pc:picChg>
        <pc:picChg chg="add">
          <ac:chgData name="Saahil Karnik" userId="919cb2765e81eb74" providerId="LiveId" clId="{1688A38B-4802-45AB-951B-FEB54EC1BD6B}" dt="2026-01-17T20:15:14.210" v="53" actId="26606"/>
          <ac:picMkLst>
            <pc:docMk/>
            <pc:sldMk cId="193143965" sldId="298"/>
            <ac:picMk id="16" creationId="{A1500D0A-0DCA-4E06-8B25-618E6299CC9A}"/>
          </ac:picMkLst>
        </pc:picChg>
        <pc:cxnChg chg="add del">
          <ac:chgData name="Saahil Karnik" userId="919cb2765e81eb74" providerId="LiveId" clId="{1688A38B-4802-45AB-951B-FEB54EC1BD6B}" dt="2026-01-17T20:15:03.247" v="48"/>
          <ac:cxnSpMkLst>
            <pc:docMk/>
            <pc:sldMk cId="193143965" sldId="298"/>
            <ac:cxnSpMk id="37" creationId="{96D07482-83A3-4451-943C-B46961082957}"/>
          </ac:cxnSpMkLst>
        </pc:cxn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2933514334" sldId="300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2933514334" sldId="300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2933514334" sldId="300"/>
            <ac:picMk id="7" creationId="{D4D6E2A2-90A2-9BE1-7623-E1788C7C1ACA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12408906" sldId="301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12408906" sldId="301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112408906" sldId="301"/>
            <ac:picMk id="7" creationId="{6F754773-FA54-F6EE-6B6F-FDF89CBC9134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4099787611" sldId="303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4099787611" sldId="303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4099787611" sldId="303"/>
            <ac:picMk id="7" creationId="{FC9F9702-B8AF-C864-F4C3-013B042BEE14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920653340" sldId="304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920653340" sldId="304"/>
            <ac:spMk id="2" creationId="{75AC86D3-8FD1-4F47-A319-7D0542E48B2F}"/>
          </ac:spMkLst>
        </pc:sp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673205447" sldId="305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673205447" sldId="305"/>
            <ac:spMk id="2" creationId="{75AC86D3-8FD1-4F47-A319-7D0542E48B2F}"/>
          </ac:spMkLst>
        </pc:sp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273017384" sldId="307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273017384" sldId="307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1273017384" sldId="307"/>
            <ac:picMk id="7" creationId="{742E15B3-2870-2D78-5E28-95A75D6EC9E3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78573805" sldId="308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78573805" sldId="308"/>
            <ac:spMk id="2" creationId="{75AC86D3-8FD1-4F47-A319-7D0542E48B2F}"/>
          </ac:spMkLst>
        </pc:sp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4021822139" sldId="309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4021822139" sldId="309"/>
            <ac:spMk id="2" creationId="{75AC86D3-8FD1-4F47-A319-7D0542E48B2F}"/>
          </ac:spMkLst>
        </pc:sp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748215087" sldId="310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748215087" sldId="310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1748215087" sldId="310"/>
            <ac:picMk id="7" creationId="{C8680A3F-EDFD-C4B0-61E8-65D64CAEDB3D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143881582" sldId="311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143881582" sldId="311"/>
            <ac:spMk id="2" creationId="{75AC86D3-8FD1-4F47-A319-7D0542E48B2F}"/>
          </ac:spMkLst>
        </pc:spChg>
        <pc:picChg chg="mod">
          <ac:chgData name="Saahil Karnik" userId="919cb2765e81eb74" providerId="LiveId" clId="{1688A38B-4802-45AB-951B-FEB54EC1BD6B}" dt="2026-01-17T20:15:03.247" v="48"/>
          <ac:picMkLst>
            <pc:docMk/>
            <pc:sldMk cId="143881582" sldId="311"/>
            <ac:picMk id="7" creationId="{72847325-8E66-F1A7-FE93-EB447C56E4A3}"/>
          </ac:picMkLst>
        </pc:picChg>
      </pc:sldChg>
      <pc:sldChg chg="modSp">
        <pc:chgData name="Saahil Karnik" userId="919cb2765e81eb74" providerId="LiveId" clId="{1688A38B-4802-45AB-951B-FEB54EC1BD6B}" dt="2026-01-17T20:15:03.247" v="48"/>
        <pc:sldMkLst>
          <pc:docMk/>
          <pc:sldMk cId="4100189605" sldId="313"/>
        </pc:sldMkLst>
        <pc:spChg chg="mod">
          <ac:chgData name="Saahil Karnik" userId="919cb2765e81eb74" providerId="LiveId" clId="{1688A38B-4802-45AB-951B-FEB54EC1BD6B}" dt="2026-01-17T20:15:03.247" v="48"/>
          <ac:spMkLst>
            <pc:docMk/>
            <pc:sldMk cId="4100189605" sldId="313"/>
            <ac:spMk id="2" creationId="{75AC86D3-8FD1-4F47-A319-7D0542E48B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33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4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0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8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7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0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3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2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311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07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7734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6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137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720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3550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6663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00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3113" y="756005"/>
            <a:ext cx="5874479" cy="1241761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SAAHIL KARNIK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113" y="1997765"/>
            <a:ext cx="5872891" cy="2696635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Internship</a:t>
            </a:r>
            <a:br>
              <a:rPr lang="en-US" sz="3300">
                <a:solidFill>
                  <a:srgbClr val="FFFFFF"/>
                </a:solidFill>
              </a:rPr>
            </a:br>
            <a:r>
              <a:rPr lang="en-US" sz="3300">
                <a:solidFill>
                  <a:srgbClr val="FFFFFF"/>
                </a:solidFill>
              </a:rPr>
              <a:t>Studio </a:t>
            </a:r>
            <a:br>
              <a:rPr lang="en-US" sz="3300">
                <a:solidFill>
                  <a:srgbClr val="FFFFFF"/>
                </a:solidFill>
              </a:rPr>
            </a:br>
            <a:r>
              <a:rPr lang="en-US" sz="3300">
                <a:solidFill>
                  <a:srgbClr val="FFFFFF"/>
                </a:solidFill>
              </a:rPr>
              <a:t>DATA </a:t>
            </a:r>
            <a:br>
              <a:rPr lang="en-US" sz="3300">
                <a:solidFill>
                  <a:srgbClr val="FFFFFF"/>
                </a:solidFill>
              </a:rPr>
            </a:br>
            <a:r>
              <a:rPr lang="en-US" sz="3300">
                <a:solidFill>
                  <a:srgbClr val="FFFFFF"/>
                </a:solidFill>
              </a:rPr>
              <a:t>ANALYSIS</a:t>
            </a:r>
            <a:br>
              <a:rPr lang="en-US" sz="3300">
                <a:solidFill>
                  <a:srgbClr val="FFFFFF"/>
                </a:solidFill>
              </a:rPr>
            </a:br>
            <a:r>
              <a:rPr lang="en-US" sz="3300">
                <a:solidFill>
                  <a:srgbClr val="FFFFFF"/>
                </a:solidFill>
              </a:rPr>
              <a:t>Project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Response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D6E2A2-90A2-9BE1-7623-E1788C7C1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341" y="2336800"/>
            <a:ext cx="4419293" cy="3598863"/>
          </a:xfr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Transaction Amount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754773-FA54-F6EE-6B6F-FDF89CBC9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6873" y="2336800"/>
            <a:ext cx="4562229" cy="3598863"/>
          </a:xfrm>
        </p:spPr>
      </p:pic>
    </p:spTree>
    <p:extLst>
      <p:ext uri="{BB962C8B-B14F-4D97-AF65-F5344CB8AC3E}">
        <p14:creationId xmlns:p14="http://schemas.microsoft.com/office/powerpoint/2010/main" val="11240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030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Yearly Sales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37FAB9-3C31-A1FC-A27C-7EDB8FDA1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029" y="1987825"/>
            <a:ext cx="7486865" cy="4336421"/>
          </a:xfrm>
        </p:spPr>
      </p:pic>
    </p:spTree>
    <p:extLst>
      <p:ext uri="{BB962C8B-B14F-4D97-AF65-F5344CB8AC3E}">
        <p14:creationId xmlns:p14="http://schemas.microsoft.com/office/powerpoint/2010/main" val="358010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Top 5 Customers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74E508-D0A2-E1F6-0D05-DD45B8AF6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0731" y="2058505"/>
            <a:ext cx="5846192" cy="4196446"/>
          </a:xfrm>
        </p:spPr>
      </p:pic>
    </p:spTree>
    <p:extLst>
      <p:ext uri="{BB962C8B-B14F-4D97-AF65-F5344CB8AC3E}">
        <p14:creationId xmlns:p14="http://schemas.microsoft.com/office/powerpoint/2010/main" val="67320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Top 5 sales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093A24-E38E-3050-AD10-5BCEBB191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5948" y="1969052"/>
            <a:ext cx="5848670" cy="4113696"/>
          </a:xfrm>
        </p:spPr>
      </p:pic>
    </p:spTree>
    <p:extLst>
      <p:ext uri="{BB962C8B-B14F-4D97-AF65-F5344CB8AC3E}">
        <p14:creationId xmlns:p14="http://schemas.microsoft.com/office/powerpoint/2010/main" val="192065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127577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Monthly Sales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9DF09E9-A5F0-A16C-8E90-64A5CB037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999" y="1978991"/>
            <a:ext cx="8556585" cy="4232965"/>
          </a:xfrm>
        </p:spPr>
      </p:pic>
    </p:spTree>
    <p:extLst>
      <p:ext uri="{BB962C8B-B14F-4D97-AF65-F5344CB8AC3E}">
        <p14:creationId xmlns:p14="http://schemas.microsoft.com/office/powerpoint/2010/main" val="125268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Churn Count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9F9702-B8AF-C864-F4C3-013B042BE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6493" y="2336800"/>
            <a:ext cx="5282990" cy="3598863"/>
          </a:xfrm>
        </p:spPr>
      </p:pic>
    </p:spTree>
    <p:extLst>
      <p:ext uri="{BB962C8B-B14F-4D97-AF65-F5344CB8AC3E}">
        <p14:creationId xmlns:p14="http://schemas.microsoft.com/office/powerpoint/2010/main" val="4099787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Analysis of Top Customers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E32C7C-A137-5320-8665-EB2E4CEEA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7329" y="2068443"/>
            <a:ext cx="5110452" cy="4034183"/>
          </a:xfrm>
        </p:spPr>
      </p:pic>
    </p:spTree>
    <p:extLst>
      <p:ext uri="{BB962C8B-B14F-4D97-AF65-F5344CB8AC3E}">
        <p14:creationId xmlns:p14="http://schemas.microsoft.com/office/powerpoint/2010/main" val="402182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Transactions based on Month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6055B8-8927-D2C2-4B5A-0A24166D0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609" y="1909417"/>
            <a:ext cx="8663741" cy="3760788"/>
          </a:xfrm>
        </p:spPr>
      </p:pic>
    </p:spTree>
    <p:extLst>
      <p:ext uri="{BB962C8B-B14F-4D97-AF65-F5344CB8AC3E}">
        <p14:creationId xmlns:p14="http://schemas.microsoft.com/office/powerpoint/2010/main" val="17857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Total Transactions Per Year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847325-8E66-F1A7-FE93-EB447C56E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570" y="2336800"/>
            <a:ext cx="8670835" cy="3598863"/>
          </a:xfrm>
        </p:spPr>
      </p:pic>
    </p:spTree>
    <p:extLst>
      <p:ext uri="{BB962C8B-B14F-4D97-AF65-F5344CB8AC3E}">
        <p14:creationId xmlns:p14="http://schemas.microsoft.com/office/powerpoint/2010/main" val="14388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Response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680A3F-EDFD-C4B0-61E8-65D64CAED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139" y="2373860"/>
            <a:ext cx="8935697" cy="3524742"/>
          </a:xfrm>
        </p:spPr>
      </p:pic>
    </p:spTree>
    <p:extLst>
      <p:ext uri="{BB962C8B-B14F-4D97-AF65-F5344CB8AC3E}">
        <p14:creationId xmlns:p14="http://schemas.microsoft.com/office/powerpoint/2010/main" val="1748215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Segment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2E15B3-2870-2D78-5E28-95A75D6EC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723" y="2336800"/>
            <a:ext cx="8888529" cy="3598863"/>
          </a:xfrm>
        </p:spPr>
      </p:pic>
    </p:spTree>
    <p:extLst>
      <p:ext uri="{BB962C8B-B14F-4D97-AF65-F5344CB8AC3E}">
        <p14:creationId xmlns:p14="http://schemas.microsoft.com/office/powerpoint/2010/main" val="1273017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Frequency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2E0D89-6F77-ED59-D7D0-5FE518CD6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5958" y="2028687"/>
            <a:ext cx="6209746" cy="4007658"/>
          </a:xfrm>
        </p:spPr>
      </p:pic>
    </p:spTree>
    <p:extLst>
      <p:ext uri="{BB962C8B-B14F-4D97-AF65-F5344CB8AC3E}">
        <p14:creationId xmlns:p14="http://schemas.microsoft.com/office/powerpoint/2010/main" val="410018960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25</TotalTime>
  <Words>46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Berlin</vt:lpstr>
      <vt:lpstr>Internship Studio  DATA  ANALYSIS Project</vt:lpstr>
      <vt:lpstr>Response Plot </vt:lpstr>
      <vt:lpstr>Transaction Amount Plot </vt:lpstr>
      <vt:lpstr>Yearly Sales </vt:lpstr>
      <vt:lpstr>Top 5 Customers </vt:lpstr>
      <vt:lpstr>Top 5 sales </vt:lpstr>
      <vt:lpstr>Monthly Sales </vt:lpstr>
      <vt:lpstr>Churn Count </vt:lpstr>
      <vt:lpstr>Analysis of Top Customers </vt:lpstr>
      <vt:lpstr>Transactions based on Month </vt:lpstr>
      <vt:lpstr>Total Transactions Per Year</vt:lpstr>
      <vt:lpstr>Customer Response </vt:lpstr>
      <vt:lpstr>Customer Segment  </vt:lpstr>
      <vt:lpstr>Customer Frequency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Farhan Khan</dc:creator>
  <cp:lastModifiedBy>Saahil Karnik</cp:lastModifiedBy>
  <cp:revision>1</cp:revision>
  <dcterms:created xsi:type="dcterms:W3CDTF">2024-06-29T06:41:12Z</dcterms:created>
  <dcterms:modified xsi:type="dcterms:W3CDTF">2026-01-17T20:15:20Z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